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4"/>
  </p:notesMasterIdLst>
  <p:sldIdLst>
    <p:sldId id="256" r:id="rId2"/>
    <p:sldId id="263" r:id="rId3"/>
    <p:sldId id="261" r:id="rId4"/>
    <p:sldId id="264" r:id="rId5"/>
    <p:sldId id="265" r:id="rId6"/>
    <p:sldId id="268" r:id="rId7"/>
    <p:sldId id="269" r:id="rId8"/>
    <p:sldId id="266" r:id="rId9"/>
    <p:sldId id="270" r:id="rId10"/>
    <p:sldId id="271" r:id="rId11"/>
    <p:sldId id="267" r:id="rId12"/>
    <p:sldId id="262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99"/>
    <a:srgbClr val="CC0099"/>
    <a:srgbClr val="FE9202"/>
    <a:srgbClr val="007033"/>
    <a:srgbClr val="6C1A00"/>
    <a:srgbClr val="00AACC"/>
    <a:srgbClr val="5EEC3C"/>
    <a:srgbClr val="1D3A00"/>
    <a:srgbClr val="003296"/>
    <a:srgbClr val="E39A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Stredný štýl 1 - zvýrazneni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Stredný štýl 1 - zvýrazneni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7" autoAdjust="0"/>
    <p:restoredTop sz="94690" autoAdjust="0"/>
  </p:normalViewPr>
  <p:slideViewPr>
    <p:cSldViewPr>
      <p:cViewPr>
        <p:scale>
          <a:sx n="152" d="100"/>
          <a:sy n="152" d="100"/>
        </p:scale>
        <p:origin x="-360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77BE4-34E4-4288-89A9-910083B80828}" type="datetimeFigureOut">
              <a:rPr lang="en-US" smtClean="0"/>
              <a:t>12/11/2017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397C2-C32A-4B32-866C-AF8AD3353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39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961180" y="1808225"/>
            <a:ext cx="5039265" cy="106893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1181" y="3182570"/>
            <a:ext cx="5191970" cy="610820"/>
          </a:xfrm>
        </p:spPr>
        <p:txBody>
          <a:bodyPr>
            <a:norm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4BD3B-F073-4AF4-AEC1-02DD045E0CA0}" type="datetime1">
              <a:rPr lang="en-US" smtClean="0"/>
              <a:t>12/11/2017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281175"/>
            <a:ext cx="8246070" cy="610821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197405"/>
            <a:ext cx="8246070" cy="3664918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90C7-22B2-4B3C-AF35-E6792A862497}" type="datetime1">
              <a:rPr lang="en-US" smtClean="0"/>
              <a:t>12/11/2017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8721" y="281175"/>
            <a:ext cx="6566314" cy="572644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8721" y="1197405"/>
            <a:ext cx="6566314" cy="3358356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E815-E7A2-4557-9576-360323E733A7}" type="datetime1">
              <a:rPr lang="en-US" smtClean="0"/>
              <a:t>12/11/2017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1567-0B13-471B-A59E-77D5A31AA2B0}" type="datetime1">
              <a:rPr lang="en-US" smtClean="0"/>
              <a:t>12/11/2017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7C9BC-2D66-4934-87CE-3393C3A17BBA}" type="datetime1">
              <a:rPr lang="en-US" smtClean="0"/>
              <a:t>12/11/2017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281175"/>
            <a:ext cx="7940659" cy="610820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502814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1975211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502814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1975211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5283-9396-4B65-9B8E-9FBD9864B074}" type="datetime1">
              <a:rPr lang="en-US" smtClean="0"/>
              <a:t>12/11/2017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04029-A7B9-4724-8DB5-D9FD3E73C7D4}" type="datetime1">
              <a:rPr lang="en-US" smtClean="0"/>
              <a:t>12/11/2017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B602-A0B9-4454-85C1-589D4C1B8821}" type="datetime1">
              <a:rPr lang="en-US" smtClean="0"/>
              <a:t>12/11/2017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84E06-4375-43F8-AD43-226D9AF74081}" type="datetime1">
              <a:rPr lang="en-US" smtClean="0"/>
              <a:t>12/11/2017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CD517-88EC-4179-BD44-282CC70E8659}" type="datetime1">
              <a:rPr lang="en-US" smtClean="0"/>
              <a:t>12/11/2017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89B91-7F81-4FDF-97BD-287AC75A433F}" type="datetime1">
              <a:rPr lang="en-US" smtClean="0"/>
              <a:t>12/11/2017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BF9AE-17E2-46F5-A850-BB7333D5D126}" type="datetime1">
              <a:rPr lang="en-US" smtClean="0"/>
              <a:t>12/11/2017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xmlns="" id="{5C30FDB3-12DF-4477-BE55-AE391746EF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18306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75806-E7E1-45D6-B61B-4372617F4E28}" type="datetime1">
              <a:rPr lang="en-US" smtClean="0"/>
              <a:t>12/11/2017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14A3500-E055-4A13-B3FC-0B67AE7B8EAF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slow">
    <p:wip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08475" y="1801827"/>
            <a:ext cx="5039265" cy="1068935"/>
          </a:xfrm>
        </p:spPr>
        <p:txBody>
          <a:bodyPr>
            <a:normAutofit/>
          </a:bodyPr>
          <a:lstStyle/>
          <a:p>
            <a:r>
              <a:rPr lang="sk-SK" dirty="0"/>
              <a:t>Identifikácia autorstva</a:t>
            </a:r>
            <a:br>
              <a:rPr lang="sk-SK" dirty="0"/>
            </a:br>
            <a:r>
              <a:rPr lang="sk-SK" sz="1200" dirty="0">
                <a:solidFill>
                  <a:schemeClr val="bg1"/>
                </a:solidFill>
              </a:rPr>
              <a:t>Sémantický a sociálny web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914" y="3311119"/>
            <a:ext cx="5191970" cy="610820"/>
          </a:xfrm>
        </p:spPr>
        <p:txBody>
          <a:bodyPr>
            <a:normAutofit fontScale="70000" lnSpcReduction="20000"/>
          </a:bodyPr>
          <a:lstStyle/>
          <a:p>
            <a:r>
              <a:rPr lang="sk-SK" dirty="0"/>
              <a:t>Bc. Dávid Kron, Bc. Erik </a:t>
            </a:r>
            <a:r>
              <a:rPr lang="sk-SK" dirty="0" err="1"/>
              <a:t>Silling</a:t>
            </a:r>
            <a:r>
              <a:rPr lang="sk-SK" dirty="0"/>
              <a:t>, Bc. Jozef </a:t>
            </a:r>
            <a:r>
              <a:rPr lang="sk-SK" dirty="0" err="1"/>
              <a:t>Slovík</a:t>
            </a:r>
            <a:endParaRPr lang="sk-SK" dirty="0"/>
          </a:p>
          <a:p>
            <a:endParaRPr lang="en-US" dirty="0"/>
          </a:p>
        </p:txBody>
      </p:sp>
      <p:pic>
        <p:nvPicPr>
          <p:cNvPr id="5" name="Obrázok 4" descr="Obrázok, na ktorom je znak, vonkajšie, objekt&#10;&#10;Popis vygenerovaný s veľmi vysokou spoľahlivosťou">
            <a:extLst>
              <a:ext uri="{FF2B5EF4-FFF2-40B4-BE49-F238E27FC236}">
                <a16:creationId xmlns:a16="http://schemas.microsoft.com/office/drawing/2014/main" xmlns="" id="{5DA805F6-8030-4747-8813-82BDD83484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920" y="1735483"/>
            <a:ext cx="765964" cy="765964"/>
          </a:xfrm>
          <a:prstGeom prst="rect">
            <a:avLst/>
          </a:prstGeom>
        </p:spPr>
      </p:pic>
      <p:pic>
        <p:nvPicPr>
          <p:cNvPr id="8" name="Obrázok 7" descr="KKUI-01.png">
            <a:extLst>
              <a:ext uri="{FF2B5EF4-FFF2-40B4-BE49-F238E27FC236}">
                <a16:creationId xmlns:a16="http://schemas.microsoft.com/office/drawing/2014/main" xmlns="" id="{961CD784-EED7-4C01-9A6E-BABBECC7517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Marker/>
                    </a14:imgEffect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 l="14010" t="24468" r="12917" b="31160"/>
          <a:stretch/>
        </p:blipFill>
        <p:spPr>
          <a:xfrm>
            <a:off x="8015137" y="2481250"/>
            <a:ext cx="1128863" cy="484710"/>
          </a:xfrm>
          <a:prstGeom prst="rect">
            <a:avLst/>
          </a:prstGeom>
        </p:spPr>
      </p:pic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xmlns="" id="{7A05D76F-1FA8-424A-B8E2-8CA3AA3F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0FBAD1DE-E38B-4710-AA6D-9F1028450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k-SK" dirty="0"/>
              <a:t>OBSAH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xmlns="" id="{062AF03A-2694-4469-9398-57C0E94A0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zadanie</a:t>
            </a:r>
          </a:p>
          <a:p>
            <a:r>
              <a:rPr lang="sk-SK" dirty="0"/>
              <a:t>návrh riešenia</a:t>
            </a:r>
          </a:p>
          <a:p>
            <a:r>
              <a:rPr lang="sk-SK" dirty="0"/>
              <a:t>riešenie </a:t>
            </a:r>
          </a:p>
          <a:p>
            <a:pPr marL="0" indent="0">
              <a:buNone/>
            </a:pPr>
            <a:r>
              <a:rPr lang="sk-SK" dirty="0"/>
              <a:t>	-identifikácia autorstva</a:t>
            </a:r>
          </a:p>
          <a:p>
            <a:pPr marL="0" indent="0">
              <a:buNone/>
            </a:pPr>
            <a:r>
              <a:rPr lang="sk-SK" dirty="0"/>
              <a:t>	-analýza prispievateľov</a:t>
            </a:r>
          </a:p>
          <a:p>
            <a:r>
              <a:rPr lang="sk-SK" dirty="0"/>
              <a:t>vyhodnotenie</a:t>
            </a:r>
          </a:p>
          <a:p>
            <a:endParaRPr lang="sk-SK" dirty="0"/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xmlns="" id="{36857033-E91E-43A6-B8FD-5AA23BF3E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Obrázok 6" descr="Obrázok, na ktorom je vektorová grafika&#10;&#10;Popis vygenerovaný s vysokou spoľahlivosťou">
            <a:extLst>
              <a:ext uri="{FF2B5EF4-FFF2-40B4-BE49-F238E27FC236}">
                <a16:creationId xmlns:a16="http://schemas.microsoft.com/office/drawing/2014/main" xmlns="" id="{91DA33FC-38B0-44B0-9596-1F94D2130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410" y="1350110"/>
            <a:ext cx="3029865" cy="302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30461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0FBAD1DE-E38B-4710-AA6D-9F1028450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k-SK" dirty="0"/>
              <a:t>Zadanie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xmlns="" id="{062AF03A-2694-4469-9398-57C0E94A0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730" y="1510785"/>
            <a:ext cx="8246070" cy="3664918"/>
          </a:xfrm>
        </p:spPr>
        <p:txBody>
          <a:bodyPr>
            <a:normAutofit/>
          </a:bodyPr>
          <a:lstStyle/>
          <a:p>
            <a:r>
              <a:rPr lang="sk-SK" dirty="0"/>
              <a:t>identifikácia autorstva konkrétneho príspevku</a:t>
            </a:r>
          </a:p>
          <a:p>
            <a:r>
              <a:rPr lang="sk-SK" dirty="0"/>
              <a:t>zodpovedanie nasledujúcich otázok:</a:t>
            </a:r>
          </a:p>
          <a:p>
            <a:pPr marL="0" indent="0">
              <a:buNone/>
            </a:pPr>
            <a:endParaRPr lang="sk-SK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Kto je autorom príspevku ?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Aký typ človeka je prispievateľ ?</a:t>
            </a:r>
          </a:p>
          <a:p>
            <a:pPr marL="514350" indent="-514350">
              <a:buAutoNum type="arabicPeriod"/>
            </a:pPr>
            <a:endParaRPr lang="sk-SK" dirty="0"/>
          </a:p>
          <a:p>
            <a:pPr marL="514350" indent="-514350">
              <a:buAutoNum type="arabicPeriod"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514350" indent="-514350">
              <a:buAutoNum type="arabicPeriod"/>
            </a:pPr>
            <a:endParaRPr lang="sk-SK" dirty="0"/>
          </a:p>
          <a:p>
            <a:pPr marL="514350" indent="-514350">
              <a:buAutoNum type="arabicPeriod"/>
            </a:pPr>
            <a:endParaRPr lang="sk-SK" dirty="0"/>
          </a:p>
          <a:p>
            <a:pPr marL="514350" indent="-514350">
              <a:buAutoNum type="arabicPeriod"/>
            </a:pPr>
            <a:endParaRPr lang="sk-SK" dirty="0"/>
          </a:p>
          <a:p>
            <a:pPr marL="514350" indent="-514350">
              <a:buAutoNum type="arabicPeriod"/>
            </a:pPr>
            <a:endParaRPr lang="sk-SK" dirty="0"/>
          </a:p>
          <a:p>
            <a:pPr marL="0" indent="0">
              <a:buNone/>
            </a:pPr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xmlns="" id="{6ABAFA16-E6E1-4C25-9E48-E6383A462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xmlns="" id="{EE24D233-9CED-4FE6-B411-AAFC66BE7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640" y="2276444"/>
            <a:ext cx="21336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1179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k-SK" dirty="0"/>
              <a:t>Návrh riešenia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dolovanie textových údajov zo služby Twitter</a:t>
            </a:r>
          </a:p>
          <a:p>
            <a:r>
              <a:rPr lang="sk-SK" dirty="0"/>
              <a:t>transformácia textov</a:t>
            </a:r>
          </a:p>
          <a:p>
            <a:r>
              <a:rPr lang="sk-SK" dirty="0"/>
              <a:t>identifikácia autorstva</a:t>
            </a:r>
          </a:p>
          <a:p>
            <a:r>
              <a:rPr lang="sk-SK" dirty="0"/>
              <a:t>analýza prispievateľov</a:t>
            </a:r>
          </a:p>
          <a:p>
            <a:r>
              <a:rPr lang="sk-SK" dirty="0"/>
              <a:t>vyhodnotenie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Obrázok 7">
            <a:extLst>
              <a:ext uri="{FF2B5EF4-FFF2-40B4-BE49-F238E27FC236}">
                <a16:creationId xmlns:a16="http://schemas.microsoft.com/office/drawing/2014/main" xmlns="" id="{83ED7768-EE46-43C0-A298-11EB4C6D00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5525" y="2756019"/>
            <a:ext cx="1832460" cy="18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58335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930" y="281175"/>
            <a:ext cx="8246070" cy="610821"/>
          </a:xfrm>
        </p:spPr>
        <p:txBody>
          <a:bodyPr>
            <a:normAutofit fontScale="90000"/>
          </a:bodyPr>
          <a:lstStyle/>
          <a:p>
            <a:r>
              <a:rPr lang="sk-SK" dirty="0"/>
              <a:t>Riešenie (</a:t>
            </a:r>
            <a:r>
              <a:rPr lang="sk-SK" dirty="0">
                <a:solidFill>
                  <a:schemeClr val="bg1"/>
                </a:solidFill>
              </a:rPr>
              <a:t>identifikácia autorstva</a:t>
            </a:r>
            <a:r>
              <a:rPr lang="sk-SK" dirty="0"/>
              <a:t>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prvotné nastavenia</a:t>
            </a:r>
          </a:p>
          <a:p>
            <a:r>
              <a:rPr lang="sk-SK" dirty="0"/>
              <a:t>prepojenie prostredí </a:t>
            </a:r>
            <a:r>
              <a:rPr lang="sk-SK" dirty="0" err="1"/>
              <a:t>Rstudio</a:t>
            </a:r>
            <a:r>
              <a:rPr lang="sk-SK" dirty="0"/>
              <a:t> + Twitter</a:t>
            </a:r>
          </a:p>
          <a:p>
            <a:endParaRPr lang="sk-S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31" y="2266340"/>
            <a:ext cx="4590300" cy="272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3598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930" y="261807"/>
            <a:ext cx="8246070" cy="610821"/>
          </a:xfrm>
        </p:spPr>
        <p:txBody>
          <a:bodyPr>
            <a:normAutofit fontScale="90000"/>
          </a:bodyPr>
          <a:lstStyle/>
          <a:p>
            <a:r>
              <a:rPr lang="sk-SK" dirty="0"/>
              <a:t>Riešenie (</a:t>
            </a:r>
            <a:r>
              <a:rPr lang="sk-SK" dirty="0">
                <a:solidFill>
                  <a:schemeClr val="bg1"/>
                </a:solidFill>
              </a:rPr>
              <a:t>identifikácia autorstva</a:t>
            </a:r>
            <a:r>
              <a:rPr lang="sk-SK" dirty="0"/>
              <a:t>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vyhľadanie príspevkov – </a:t>
            </a:r>
            <a:r>
              <a:rPr lang="sk-SK" dirty="0" err="1"/>
              <a:t>tweetov</a:t>
            </a:r>
            <a:r>
              <a:rPr lang="sk-SK" dirty="0"/>
              <a:t> (</a:t>
            </a:r>
            <a:r>
              <a:rPr lang="en-US" i="1" dirty="0"/>
              <a:t>#</a:t>
            </a:r>
            <a:r>
              <a:rPr lang="sk-SK" i="1" dirty="0" err="1"/>
              <a:t>xiaomi</a:t>
            </a:r>
            <a:r>
              <a:rPr lang="sk-SK" dirty="0"/>
              <a:t>)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 descr="C:\Users\Euro\AppData\Local\Temp\Rar$DRa0.201\Screen\dataframe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930" y="1856185"/>
            <a:ext cx="5655270" cy="27486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16398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930" y="281175"/>
            <a:ext cx="8246070" cy="610821"/>
          </a:xfrm>
        </p:spPr>
        <p:txBody>
          <a:bodyPr>
            <a:normAutofit fontScale="90000"/>
          </a:bodyPr>
          <a:lstStyle/>
          <a:p>
            <a:r>
              <a:rPr lang="sk-SK" dirty="0"/>
              <a:t>Riešenie (</a:t>
            </a:r>
            <a:r>
              <a:rPr lang="sk-SK" dirty="0">
                <a:solidFill>
                  <a:schemeClr val="bg1"/>
                </a:solidFill>
              </a:rPr>
              <a:t>identifikácia autorstva</a:t>
            </a:r>
            <a:r>
              <a:rPr lang="sk-SK" dirty="0"/>
              <a:t>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identifikácia autorstva (</a:t>
            </a:r>
            <a:r>
              <a:rPr lang="sk-SK" dirty="0" err="1"/>
              <a:t>ggplot</a:t>
            </a:r>
            <a:r>
              <a:rPr lang="sk-SK" dirty="0"/>
              <a:t>)</a:t>
            </a:r>
          </a:p>
          <a:p>
            <a:endParaRPr lang="sk-S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 descr="C:\Users\Euro\AppData\Local\Temp\Rar$DRa0.428\Screen\ggplot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930" y="1684945"/>
            <a:ext cx="5497380" cy="32667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357391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930" y="281175"/>
            <a:ext cx="8246070" cy="610821"/>
          </a:xfrm>
        </p:spPr>
        <p:txBody>
          <a:bodyPr>
            <a:normAutofit fontScale="90000"/>
          </a:bodyPr>
          <a:lstStyle/>
          <a:p>
            <a:r>
              <a:rPr lang="sk-SK" dirty="0"/>
              <a:t>Riešenie (</a:t>
            </a:r>
            <a:r>
              <a:rPr lang="sk-SK" dirty="0">
                <a:solidFill>
                  <a:schemeClr val="bg1"/>
                </a:solidFill>
              </a:rPr>
              <a:t>analýza prispievateľov</a:t>
            </a:r>
            <a:r>
              <a:rPr lang="sk-SK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5" y="1655520"/>
            <a:ext cx="8246070" cy="3664918"/>
          </a:xfrm>
        </p:spPr>
        <p:txBody>
          <a:bodyPr/>
          <a:lstStyle/>
          <a:p>
            <a:r>
              <a:rPr lang="sk-SK" dirty="0"/>
              <a:t>prvotné nastavenia + prepojenie prostredia </a:t>
            </a:r>
            <a:r>
              <a:rPr lang="sk-SK" dirty="0" err="1"/>
              <a:t>Rstudio</a:t>
            </a:r>
            <a:r>
              <a:rPr lang="sk-SK" dirty="0"/>
              <a:t> so službou Twitter </a:t>
            </a:r>
          </a:p>
          <a:p>
            <a:r>
              <a:rPr lang="sk-SK" dirty="0"/>
              <a:t>výber prispievateľa („</a:t>
            </a:r>
            <a:r>
              <a:rPr lang="sk-SK" dirty="0" err="1"/>
              <a:t>Ajith_kmr</a:t>
            </a:r>
            <a:r>
              <a:rPr lang="sk-SK" dirty="0"/>
              <a:t>“)</a:t>
            </a:r>
          </a:p>
          <a:p>
            <a:r>
              <a:rPr lang="sk-SK" dirty="0"/>
              <a:t>definovanie funkcie pre výpočet </a:t>
            </a:r>
            <a:r>
              <a:rPr lang="sk-SK" dirty="0" smtClean="0"/>
              <a:t>jednotlivých </a:t>
            </a:r>
            <a:r>
              <a:rPr lang="sk-SK" dirty="0" err="1" smtClean="0"/>
              <a:t>metrik</a:t>
            </a:r>
            <a:r>
              <a:rPr lang="sk-SK" dirty="0" smtClean="0"/>
              <a:t> </a:t>
            </a:r>
          </a:p>
          <a:p>
            <a:r>
              <a:rPr lang="sk-SK" dirty="0"/>
              <a:t>a</a:t>
            </a:r>
            <a:r>
              <a:rPr lang="sk-SK" dirty="0" smtClean="0"/>
              <a:t>plikovali rozhodovaciu časť </a:t>
            </a:r>
            <a:endParaRPr lang="sk-S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39383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930" y="281175"/>
            <a:ext cx="8246070" cy="610821"/>
          </a:xfrm>
        </p:spPr>
        <p:txBody>
          <a:bodyPr>
            <a:normAutofit fontScale="90000"/>
          </a:bodyPr>
          <a:lstStyle/>
          <a:p>
            <a:r>
              <a:rPr lang="sk-SK" dirty="0"/>
              <a:t>Riešenie (</a:t>
            </a:r>
            <a:r>
              <a:rPr lang="sk-SK" dirty="0">
                <a:solidFill>
                  <a:schemeClr val="bg1"/>
                </a:solidFill>
              </a:rPr>
              <a:t>analýza prispievateľov</a:t>
            </a:r>
            <a:r>
              <a:rPr lang="sk-SK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analýza </a:t>
            </a:r>
            <a:r>
              <a:rPr lang="sk-SK" dirty="0" err="1"/>
              <a:t>tweetu</a:t>
            </a:r>
            <a:r>
              <a:rPr lang="sk-SK" dirty="0"/>
              <a:t> (</a:t>
            </a:r>
            <a:r>
              <a:rPr lang="sk-SK" dirty="0" err="1"/>
              <a:t>wordcloud</a:t>
            </a:r>
            <a:r>
              <a:rPr lang="sk-SK" dirty="0"/>
              <a:t>)</a:t>
            </a:r>
          </a:p>
          <a:p>
            <a:endParaRPr lang="sk-S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 descr="C:\Users\Euro\AppData\Local\Temp\Rar$DRa0.501\Screen\worcloud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161" y="1808225"/>
            <a:ext cx="5410200" cy="28568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31677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930" y="281175"/>
            <a:ext cx="8246070" cy="610821"/>
          </a:xfrm>
        </p:spPr>
        <p:txBody>
          <a:bodyPr>
            <a:normAutofit fontScale="90000"/>
          </a:bodyPr>
          <a:lstStyle/>
          <a:p>
            <a:r>
              <a:rPr lang="sk-SK" dirty="0"/>
              <a:t>Riešenie (</a:t>
            </a:r>
            <a:r>
              <a:rPr lang="sk-SK" dirty="0">
                <a:solidFill>
                  <a:schemeClr val="bg1"/>
                </a:solidFill>
              </a:rPr>
              <a:t>analýza prispievateľov</a:t>
            </a:r>
            <a:r>
              <a:rPr lang="sk-SK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analýza prispievateľa </a:t>
            </a:r>
          </a:p>
          <a:p>
            <a:endParaRPr lang="sk-SK" dirty="0"/>
          </a:p>
          <a:p>
            <a:endParaRPr lang="sk-S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 descr="C:\Users\Euro\AppData\Local\Temp\Rar$DRa0.448\Screen\tabulka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930" y="1763039"/>
            <a:ext cx="3368660" cy="2793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xmlns="" id="{A3BB68A0-625A-4D1A-AEAD-DC99046C2131}"/>
              </a:ext>
            </a:extLst>
          </p:cNvPr>
          <p:cNvPicPr/>
          <p:nvPr/>
        </p:nvPicPr>
        <p:blipFill rotWithShape="1">
          <a:blip r:embed="rId3"/>
          <a:srcRect r="41524"/>
          <a:stretch/>
        </p:blipFill>
        <p:spPr>
          <a:xfrm>
            <a:off x="4419295" y="1763039"/>
            <a:ext cx="3368660" cy="1642745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8" name="Obrázok 7">
            <a:extLst>
              <a:ext uri="{FF2B5EF4-FFF2-40B4-BE49-F238E27FC236}">
                <a16:creationId xmlns:a16="http://schemas.microsoft.com/office/drawing/2014/main" xmlns="" id="{A6E0CB6B-2290-4758-BCE7-A2B90EBF4ADE}"/>
              </a:ext>
            </a:extLst>
          </p:cNvPr>
          <p:cNvPicPr/>
          <p:nvPr/>
        </p:nvPicPr>
        <p:blipFill rotWithShape="1">
          <a:blip r:embed="rId4"/>
          <a:srcRect r="50000" b="6497"/>
          <a:stretch/>
        </p:blipFill>
        <p:spPr>
          <a:xfrm>
            <a:off x="4419295" y="3575670"/>
            <a:ext cx="2880360" cy="1286653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511321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k-SK" dirty="0"/>
              <a:t>Vyhodnotenie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197405"/>
            <a:ext cx="8246070" cy="3664918"/>
          </a:xfrm>
        </p:spPr>
        <p:txBody>
          <a:bodyPr/>
          <a:lstStyle/>
          <a:p>
            <a:r>
              <a:rPr lang="sk-SK" dirty="0"/>
              <a:t>funkčná aplikácia </a:t>
            </a:r>
          </a:p>
          <a:p>
            <a:r>
              <a:rPr lang="sk-SK" dirty="0"/>
              <a:t>splnenie cieľov </a:t>
            </a:r>
          </a:p>
          <a:p>
            <a:r>
              <a:rPr lang="sk-SK" dirty="0"/>
              <a:t>potenciál aplikácie sa dá ďalej rozvíjať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Obrázok 7" descr="Obrázok, na ktorom je objekt&#10;&#10;Popis vygenerovaný s veľmi vysokou spoľahlivosťou">
            <a:extLst>
              <a:ext uri="{FF2B5EF4-FFF2-40B4-BE49-F238E27FC236}">
                <a16:creationId xmlns:a16="http://schemas.microsoft.com/office/drawing/2014/main" xmlns="" id="{CFD8111E-6A0D-4D3B-9622-63F0B2EA0B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735" y="2965630"/>
            <a:ext cx="1960930" cy="196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3756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Ďakujeme za pozornosť </a:t>
            </a:r>
            <a:endParaRPr lang="en-US" dirty="0"/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xmlns="" id="{9EE60775-C7B0-4E50-83A1-A5E2503D58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dirty="0"/>
              <a:t>Otázky ? </a:t>
            </a: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xmlns="" id="{84859EFA-0D22-4B79-9963-8521C16FD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806676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Microsoft Office PowerPoint</Application>
  <PresentationFormat>Prezentácia na obrazovke (16:9)</PresentationFormat>
  <Paragraphs>61</Paragraphs>
  <Slides>12</Slides>
  <Notes>0</Notes>
  <HiddenSlides>0</HiddenSlides>
  <MMClips>0</MMClips>
  <ScaleCrop>false</ScaleCrop>
  <HeadingPairs>
    <vt:vector size="4" baseType="variant">
      <vt:variant>
        <vt:lpstr>Motív</vt:lpstr>
      </vt:variant>
      <vt:variant>
        <vt:i4>1</vt:i4>
      </vt:variant>
      <vt:variant>
        <vt:lpstr>Nadpisy snímok</vt:lpstr>
      </vt:variant>
      <vt:variant>
        <vt:i4>12</vt:i4>
      </vt:variant>
    </vt:vector>
  </HeadingPairs>
  <TitlesOfParts>
    <vt:vector size="13" baseType="lpstr">
      <vt:lpstr>Office Theme</vt:lpstr>
      <vt:lpstr>Identifikácia autorstva Sémantický a sociálny web</vt:lpstr>
      <vt:lpstr>OBSAH</vt:lpstr>
      <vt:lpstr>Zadanie</vt:lpstr>
      <vt:lpstr>Návrh riešenia</vt:lpstr>
      <vt:lpstr>Riešenie (identifikácia autorstva) </vt:lpstr>
      <vt:lpstr>Riešenie (identifikácia autorstva) </vt:lpstr>
      <vt:lpstr>Riešenie (identifikácia autorstva) </vt:lpstr>
      <vt:lpstr>Riešenie (analýza prispievateľov)</vt:lpstr>
      <vt:lpstr>Riešenie (analýza prispievateľov)</vt:lpstr>
      <vt:lpstr>Riešenie (analýza prispievateľov)</vt:lpstr>
      <vt:lpstr>Vyhodnotenie</vt:lpstr>
      <vt:lpstr>Ďakujeme za pozornosť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2017-07-31T13:49:53Z</dcterms:created>
  <dcterms:modified xsi:type="dcterms:W3CDTF">2017-12-11T05:06:21Z</dcterms:modified>
</cp:coreProperties>
</file>